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MANAGEMENT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3566160"/>
            <a:ext cx="3044952" cy="18288"/>
          </a:xfrm>
          <a:prstGeom prst="rect">
            <a:avLst/>
          </a:prstGeom>
          <a:solidFill>
            <a:srgbClr val="4440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D3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M&amp;A Evaluation  ·  8-Gate Waterfall Methodology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Alio Foundry  ·  March 2026  ·  v1.0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Solve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29252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evaluation lives across spreadsheets, email threads, and personal knowledge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scoring consistency — a "7" means different things to different analysts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hours per deal evaluation with redundant documentation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343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auditable record of why targets were pursued or passed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decks rebuilt from scratch every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36792" y="128016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292524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AMP'S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1112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system of record for methodology, evidence, and scoring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1112" y="2788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Rubric-anchored scoring (0/3/5/7/10) ensures consistency across 15+ deals/year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1112" y="3566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analyst time reduction through standardized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1112" y="4343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— every score, approval, and decision recorded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1112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IC Scorecard export with full evidence chain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Alio Foundry  ·  AMP v1.0  · 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8-Gate Evaluation Methodology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progresses through 8 gates — from initial qualification to IC decision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691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Pass/Fail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691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60/100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1691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55/100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0" y="15544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169164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260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726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60/100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566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54480" y="370332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30" name="Text 28"/>
          <p:cNvSpPr/>
          <p:nvPr/>
        </p:nvSpPr>
        <p:spPr>
          <a:xfrm>
            <a:off x="155448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60/100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566160" y="3566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370332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0332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55/100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0" y="3566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4440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370332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44403C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3796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55/100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696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9235440" y="3566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292524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0" y="370332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37260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7260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≥65 = PURSUE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scored dimensions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6616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Persona-driven weights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authorization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3544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tolerances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Alio Foundry  ·  AMP v1.0  ·  Confidential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Persona-Driven Weight Propagation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strategic identity automatically shapes how targets are evaluated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0992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618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Buy, Market Extension,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Synergy, Cost Synergy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70992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709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1618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Bias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Defend &amp; Extend Core,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Build Emerging, H3 Create Options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76148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2670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Philosophy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2990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(100-Day),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Integration, Standalone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256032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276148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2670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Tolerance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990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Conservative, Moderate,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361188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381304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Hurdle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4041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= low bar, 5 = very demanding)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361188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7960" y="381304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Maturity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041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Acquirer's M&amp;A sophistication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1520" y="466344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486460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864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◉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600200" y="4773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Clarity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00200" y="5093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clearly strategy is defined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55080" y="466344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/>
        </p:spPr>
      </p:sp>
      <p:sp>
        <p:nvSpPr>
          <p:cNvPr id="41" name="Shape 39"/>
          <p:cNvSpPr/>
          <p:nvPr/>
        </p:nvSpPr>
        <p:spPr>
          <a:xfrm>
            <a:off x="6537960" y="4864608"/>
            <a:ext cx="502920" cy="502920"/>
          </a:xfrm>
          <a:prstGeom prst="ellipse">
            <a:avLst/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864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⊞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23760" y="4773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Sectors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5093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(used in G0 Sector Fit screening)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1520" y="5577840"/>
            <a:ext cx="10725912" cy="868680"/>
          </a:xfrm>
          <a:prstGeom prst="roundRect">
            <a:avLst>
              <a:gd name="adj" fmla="val 10526"/>
            </a:avLst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669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'Capability Buy' thesis automatically increases G1 Capability Gap Fill weight by +10%, ensuring targets that fill strategic gaps score higher across all evaluations.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Alio Foundry  ·  AMP v1.0  ·  Confidential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Governance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292524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554480"/>
            <a:ext cx="914400" cy="914400"/>
          </a:xfrm>
          <a:prstGeom prst="ellipse">
            <a:avLst/>
          </a:prstGeom>
          <a:solidFill>
            <a:srgbClr val="4220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06"/>
                </a:solidFill>
              </a:rPr>
              <a:t>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AUTHORIZATION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2-person approval to advance any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rejection auto-fails the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approver roles and 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212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approval audit trail with rationale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280160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292524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1554480"/>
            <a:ext cx="914400" cy="914400"/>
          </a:xfrm>
          <a:prstGeom prst="ellipse">
            <a:avLst/>
          </a:prstGeom>
          <a:solidFill>
            <a:srgbClr val="4220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06"/>
                </a:solidFill>
              </a:rPr>
              <a:t>⊛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Full platform 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Score, evidence, approve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572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Viewer: Read-only pipeline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5212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 + timestamp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280160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2925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0" y="1554480"/>
            <a:ext cx="914400" cy="914400"/>
          </a:xfrm>
          <a:prstGeom prst="ellipse">
            <a:avLst/>
          </a:prstGeom>
          <a:solidFill>
            <a:srgbClr val="4220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06"/>
                </a:solidFill>
              </a:rPr>
              <a:t>⊙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41248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3291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calls (AI disabled by default)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3931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engine indexing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572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 or tracking scripts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5212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leaves the platform boundary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Alio Foundry  ·  AMP v1.0  ·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120640" cy="4114800"/>
          </a:xfrm>
          <a:prstGeom prst="roundRect">
            <a:avLst>
              <a:gd name="adj" fmla="val 3333"/>
            </a:avLst>
          </a:prstGeom>
          <a:solidFill>
            <a:srgbClr val="29252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on Vercel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 (serverless)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with 15-table schema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with JWT authentication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 components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source files · ~7,300 lines of 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1280160"/>
            <a:ext cx="5120640" cy="4114800"/>
          </a:xfrm>
          <a:prstGeom prst="roundRect">
            <a:avLst>
              <a:gd name="adj" fmla="val 3333"/>
            </a:avLst>
          </a:prstGeom>
          <a:solidFill>
            <a:srgbClr val="292524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</a:t>
            </a:r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  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1112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workflow, scoring, evidence,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export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1112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(Q3–Q4 2026)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11112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scoring via Anthropic Claude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29-dimension prompt scaffolding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Financial data extraction from CIMs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IC narrative auto-drafting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11112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</a:t>
            </a:r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(2027)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4526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Azure OpenAI for EU data residency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Cross-deal portfolio intelligence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On-premise deployment option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66928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4220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7607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at full scale: &lt;0.1% of revenue. </a:t>
            </a:r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scaffolding library — embedding M&amp;A methodology into structured LLM calls — is AMP's proprietary moat.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Alio Foundry  ·  AMP v1.0  · 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Alio Foundry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 — Acquisition Management Platform</dc:title>
  <dc:subject>PptxGenJS Presentation</dc:subject>
  <dc:creator>Alio Foundry</dc:creator>
  <cp:lastModifiedBy>Alio Foundry</cp:lastModifiedBy>
  <cp:revision>1</cp:revision>
  <dcterms:created xsi:type="dcterms:W3CDTF">2026-03-30T13:29:04Z</dcterms:created>
  <dcterms:modified xsi:type="dcterms:W3CDTF">2026-03-30T13:29:04Z</dcterms:modified>
</cp:coreProperties>
</file>